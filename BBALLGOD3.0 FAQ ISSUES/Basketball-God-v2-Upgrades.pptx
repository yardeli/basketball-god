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73152" cy="4114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</a:rPr>
              <a:t>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BASKETBALL-GOD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00"/>
                </a:solidFill>
              </a:rPr>
              <a:t>Version 2.0 — Model Upgrades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834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5 improvements that made the model smarter,
more profitable, and closer to how sharp bettors think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5742432"/>
            <a:ext cx="219456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779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70.2% → 70.4%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5742432"/>
            <a:ext cx="219456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5779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ATS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6A"/>
                </a:solidFill>
              </a:rPr>
              <a:t>59.3% → 63.4%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742432"/>
            <a:ext cx="219456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5779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ROI (flat bets)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6A"/>
                </a:solidFill>
              </a:rPr>
              <a:t>+0.9% → +11.5%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5742432"/>
            <a:ext cx="219456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5779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False Positives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23.0% → 16.2%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5742432"/>
            <a:ext cx="2194560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5779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Brier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035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0.1911 → 0.1899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v1 Baseline → v2 Enhanced  |  CPCV Backtest 2022–2025  |  81,829 training games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We Changed &amp;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The old model was like a scout who only reads the season stats sheet.
The new model is a scout who also watches film, tracks injuries, and knows which coaches just got fired.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2359152"/>
            <a:ext cx="411480" cy="41148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67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CLV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677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BEFORE: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Trained to predict winners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67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</a:rPr>
              <a:t>AFTER: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26771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Trained to beat closing lines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" y="2944368"/>
            <a:ext cx="11338560" cy="0"/>
          </a:xfrm>
          <a:prstGeom prst="line">
            <a:avLst/>
          </a:prstGeom>
          <a:ln w="12700">
            <a:solidFill>
              <a:srgbClr val="0D11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3054096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3218688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191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272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Injury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272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BEFORE: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Ignored injuries completely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27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AFTER: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127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Flags injured key players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3803904"/>
            <a:ext cx="11338560" cy="0"/>
          </a:xfrm>
          <a:prstGeom prst="line">
            <a:avLst/>
          </a:prstGeom>
          <a:ln w="12700">
            <a:solidFill>
              <a:srgbClr val="0D11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" y="3913631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4078223"/>
            <a:ext cx="411480" cy="411480"/>
          </a:xfrm>
          <a:prstGeom prst="ellipse">
            <a:avLst/>
          </a:prstGeom>
          <a:solidFill>
            <a:srgbClr val="00D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98678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Elo Differential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8678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BEFORE: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98678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Used ranking proxies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986783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6A"/>
                </a:solidFill>
              </a:rPr>
              <a:t>AFTER: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986783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Direct Elo strength score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" y="4663440"/>
            <a:ext cx="11338560" cy="0"/>
          </a:xfrm>
          <a:prstGeom prst="line">
            <a:avLst/>
          </a:prstGeom>
          <a:ln w="12700">
            <a:solidFill>
              <a:srgbClr val="0D11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5760" y="4773168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" y="4937759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910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Momentum / Decay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846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BEFORE: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All games weighted equally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AFTER: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846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Recent games weighted more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5760" y="5522976"/>
            <a:ext cx="11338560" cy="0"/>
          </a:xfrm>
          <a:prstGeom prst="line">
            <a:avLst/>
          </a:prstGeom>
          <a:ln w="12700">
            <a:solidFill>
              <a:srgbClr val="0D11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65760" y="5632704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2920" y="5797296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769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8760" y="57058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Coaching &amp; Portal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5705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BEFORE: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57058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Roster assumed stable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7058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AFTER: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705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Flags mid-season chaos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IMPROVEMENT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CLV Optimization — Beat the Line, Not Just Pick Winners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33856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🎯  The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Imagine two poker players. Player A wins 55% of hands. Player B wins 52% of hands but only plays when they have a real edge. Player B makes more money — because being selective and right about the edge matters more than raw win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6888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</a:rPr>
              <a:t>❌  OLD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4A3B8"/>
                </a:solidFill>
              </a:rPr>
              <a:t>Optimized for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375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• Trained to answer: "Who will win?"
• 70% accuracy sounds great
• BUT: the market already knows who will win
• If market says 65% and model says 67%...
  that 2% edge gets eaten by the vig
• You bet a lot, win a normal amount, barely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6A"/>
                </a:solidFill>
              </a:rPr>
              <a:t>✅  NEW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6A"/>
                </a:solidFill>
              </a:rPr>
              <a:t>Optimized for CLV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3375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• CLV = Closing Line Value
• "How much did the line move AGAINST my bet?"
• Sharp money moves lines — if your bet matches
  where the line moves, you think like sharps do
• Model now uses Elo as the CLV baseline
• Bets only when edge is real &amp; measurable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840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0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97880"/>
            <a:ext cx="11338560" cy="685800"/>
          </a:xfrm>
          <a:prstGeom prst="rect">
            <a:avLst/>
          </a:prstGeom>
          <a:solidFill>
            <a:srgbClr val="002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007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RESULT:  ROI jumped from +0.9% → +11.5%   |   False positives dropped 6.8pp   |   Model bets less but wins more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IMPROVEMENT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Injury Impact Modeling — The Model Finally Reads the News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33856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🏥  The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The old model was like a stockbroker who only looks at last quarter's earnings and ignores the headline: 'CEO just quit.' One injury to a star player can flip a 60% favorite into a coin flip. College basketball is especially brutal — teams have 13 players, not 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HOW IT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8892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852928"/>
            <a:ext cx="347472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Rotowire / ESPN
health reports scraped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278892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0" y="2852928"/>
            <a:ext cx="347472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Player rated by
usage % + pts/game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78892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0" y="2852928"/>
            <a:ext cx="347472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injury_impact_score
added as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78892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0" y="2852928"/>
            <a:ext cx="347472" cy="347472"/>
          </a:xfrm>
          <a:prstGeom prst="ellipse">
            <a:avLst/>
          </a:prstGeom>
          <a:solidFill>
            <a:srgbClr val="00D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8346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Model adjusts win
probability 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160520"/>
            <a:ext cx="11338560" cy="1234440"/>
          </a:xfrm>
          <a:prstGeom prst="roundRect">
            <a:avLst>
              <a:gd name="adj" fmla="val 5000"/>
            </a:avLst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⚡  Important: Live vs. Historical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72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Historical training data (2010–2025) has NO injury records — we set the feature to 0.0 during training.
The model learns the coefficient exists. At live prediction time, the feature activates with real scraped data.
Think of it like a light switch wired but off — training installs the wiring, live predictions flip the switch.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532120"/>
            <a:ext cx="11338560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961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WHY COLLEGE &gt; NBA FOR THIS FEATURE: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NBA teams have 15-man rosters and load management. College teams have 13 players and players miss games randomly due to class schedules, transfers, eligibility issues. One star out = massive swing in win probability.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00D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IMPROVEMENT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Elo Differential — The Model's Power Rankings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33856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♟️  The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Elo was invented for chess. If a grandmaster beats a beginner, their rating barely moves. But if they lose? Huge drop. It's a self-correcting scorecard that accounts for WHO you beat, not just whether you won. The old model used Massey rankings (a poll average). Elo is the live, dynamic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7744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4A3B8"/>
                </a:solidFill>
              </a:rPr>
              <a:t>📋  OLD: Massey Rankings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• Composite of multiple ranking systems
• Updated weekly (or less)
• Based on wins/losses + schedule strength
• 40% of games had missing Massey data!
• Doesn't react to a team's recent form
• A team can win 5 in a row but still rank #80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46A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4871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6A"/>
                </a:solidFill>
              </a:rPr>
              <a:t>📡  NEW: Elo Differential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52928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Computed fresh from every game ever played
• Updates after every single game
• Accounts for margin of victory
• 0% missing data (computed internally)
• Immediately reacts to wins/losses
• Became the #2 most important feature (22.3%)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715000"/>
            <a:ext cx="11338560" cy="868680"/>
          </a:xfrm>
          <a:prstGeom prst="roundRect">
            <a:avLst>
              <a:gd name="adj" fmla="val 5000"/>
            </a:avLst>
          </a:prstGeom>
          <a:solidFill>
            <a:srgbClr val="0A1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779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6A"/>
                </a:solidFill>
              </a:rPr>
              <a:t>THE FORMULA: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New Elo = Old Elo + K × (Actual Result − Expected Result)     |     K = 20 (regular season)   K = 30 (conference tournament)     |     Expected = 1 / (1 + 10^(−ΔElo/400))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IMPROVEMENT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Momentum &amp; Decay Weighting — Hot Streaks Are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33856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🔥  The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The old model treated a team's game in November the same as their game in February. That's like judging a baseball pitcher's form today based equally on every start of the season — including the one where he had food poisoning in week 2. Recent games tell you who a team IS right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31720"/>
            <a:ext cx="548640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📈  Feature: last_5_ewm_margin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EWM = Exponentially Weighted Moving Average
Looks at a team's last 5 game margins
(e.g. won by +8, +2, +15, -3, +10)
But weights them so the most recent game
counts more than the oldest:
  Game 5 (today):  weight 0.45
  Game 4:          weight 0.27
  Game 3:          weight 0.16
  Game 2:          weight 0.08
  Game 1 (oldest): weight 0.04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31720"/>
            <a:ext cx="5486400" cy="3474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505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⚖️  Feature: Season Decay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346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When TRAINING the model, not all historical
seasons are equal either:
  2026 games:  weight 1.00  (full weight)
  2025 games:  weight 0.75
  2024 games:  weight 0.50
  2023 games:  weight 0.25
  2022+ older: weight 0.25
Basketball changed with the transfer portal.
A 2012 game tells you less about 2026 than
a 2024 game does.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943600"/>
            <a:ext cx="11338560" cy="640080"/>
          </a:xfrm>
          <a:prstGeom prst="rect">
            <a:avLst/>
          </a:prstGeom>
          <a:solidFill>
            <a:srgbClr val="1A1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RESULT:  ATS accuracy +4.2pp  →  Model better at predicting margin (not just winner)  |  Brier score improved (predictions better calibrated)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64592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IMPROVEMENT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Coaching Changes &amp; Transfer Portal — When Teams Fall Apart Mid-Season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338560" cy="868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🔄  The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Imagine betting on a company's stock using last year's earnings, not knowing the CEO just resigned. Mid-season coaching changes and mass roster turnover are the basketball equivalent. The old model would see 'team with good stats' — not 'team in complete chaos.'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33172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👔  coaching_instability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Automatically detected from the database.
If a team has more than 1 coach listed
in the same season → mid-season change.
134 (season, team) pairs flagged across
2010–2025 (about 1,600 affected games).
Feature = 1 if change happened,
0 if stable all season.
diff_coaching_instability = home − away
so negative = away team has chaos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5577840" cy="3291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🚪  roster_disruption_score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889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Manually curated JSON database of
transfer portal disruption (2022–2026).
Score 0.0 (stable) → 1.0 (complete chaos)
Examples:
  Kentucky 2023: 0.85 (mass portal exits)
  Auburn 2024:   0.70 (lost 4 starters)
  Duke 2025:     0.40 (moderate turnover)
263 games flagged with non-zero score.
Manually maintained — add new entries
at start of each season.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60720"/>
            <a:ext cx="11338560" cy="822960"/>
          </a:xfrm>
          <a:prstGeom prst="rect">
            <a:avLst/>
          </a:prstGeom>
          <a:solidFill>
            <a:srgbClr val="150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70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📝  TO UPDATE:  Edit  phase7_v2/coaching_portal.json  at the start of each season. Add new coaching changes and portal disruption scores. Re-run  python phase7_v2/train_v2.py  to retrain.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6A"/>
                </a:solidFill>
              </a:rPr>
              <a:t>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Side-by-Side: v1 Baseline vs v2 Enhanced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CPCV Walk-Forward Backtest  |  Test seasons: 2022, 2023, 2024, 2025  |  81,829 training games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0876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OVERALL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70.2%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56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70.4%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+0.3pp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50876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ATS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59.3%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856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63.4%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+4.2pp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150876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ROI (FLAT $100/BET)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+0.9%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856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+11.5%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+10.6pp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150876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8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BRIER SCORE (↓ better)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0.1911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1856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1856231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0.1899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−0.6%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0632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136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HIGH-CONF HIT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91.3%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91.4%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+0.1pp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08960" y="30632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18688" y="3136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FALSE POSITIVE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8688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23.0%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16.2%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18688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−6.8pp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30632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61888" y="3136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STRONG BETS PLACED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1888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6,326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3,909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61888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−38%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306324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05088" y="3136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TOTAL P&amp;L ($100 FLAT)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5088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4A3B8"/>
                </a:solidFill>
              </a:rPr>
              <a:t>$+5,776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410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6A"/>
                </a:solidFill>
              </a:rPr>
              <a:t>$+44,891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5088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6A"/>
                </a:solidFill>
              </a:rPr>
              <a:t>+676%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TOP FEATURES BY IMPORTANCE (XGBoost)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5056632"/>
            <a:ext cx="2751277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diff_massey_avg_rank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43117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25.8%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5376672"/>
            <a:ext cx="2378964" cy="228600"/>
          </a:xfrm>
          <a:prstGeom prst="rect">
            <a:avLst/>
          </a:prstGeom>
          <a:solidFill>
            <a:srgbClr val="00D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diff_elo  ← NEW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70804" y="5349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6A"/>
                </a:solidFill>
              </a:rPr>
              <a:t>22.3%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5696712"/>
            <a:ext cx="787298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diff_avg_margin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79138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7.4%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6016752"/>
            <a:ext cx="474726" cy="228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5989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diff_conf_win_pct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66566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4.5%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6336792"/>
            <a:ext cx="147218" cy="228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309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diff_last5_ewm_margin ← NEW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39058" y="6309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1.4%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0" y="4617720"/>
            <a:ext cx="5303520" cy="2057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12280" y="4709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💡  Key Insight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5047488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The ROI jump (+10.6pp) happened because the model
became MORE SELECTIVE.
It placed 38% fewer 'strong value' bets but each one
was more accurate — fewer false alarms means
you're not throwing money at games that only LOOKED
like strong bets from noisy v1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HOW TO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Everything You Need to Get the Dashboard Running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11338560" cy="11155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1627631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716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Train the v2 model
(first time only — ~5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444751"/>
            <a:ext cx="4389120" cy="457200"/>
          </a:xfrm>
          <a:prstGeom prst="rect">
            <a:avLst/>
          </a:prstGeom>
          <a:solidFill>
            <a:srgbClr val="0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481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python phase7_v2/train_v2.py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389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Builds all 5 new features, computes Elo from 200K games,
trains ensemble, saves model to phase7_v2/output/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542032"/>
            <a:ext cx="11338560" cy="11155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2889503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33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Run the A/B backtest
(optional — to see results)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706624"/>
            <a:ext cx="4389120" cy="457200"/>
          </a:xfrm>
          <a:prstGeom prst="rect">
            <a:avLst/>
          </a:prstGeom>
          <a:solidFill>
            <a:srgbClr val="0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27432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python phase7_v2/backtest_ab.py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6517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Compares v1 vs v2 side by side, prints table,
saves backtest_results_2026-03-14.json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03904"/>
            <a:ext cx="11338560" cy="11155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4151376"/>
            <a:ext cx="457200" cy="457200"/>
          </a:xfrm>
          <a:prstGeom prst="ellipse">
            <a:avLst/>
          </a:prstGeom>
          <a:solidFill>
            <a:srgbClr val="00D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9534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Start the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968496"/>
            <a:ext cx="4389120" cy="457200"/>
          </a:xfrm>
          <a:prstGeom prst="rect">
            <a:avLst/>
          </a:prstGeom>
          <a:solidFill>
            <a:srgbClr val="0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4005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6A"/>
                </a:solidFill>
              </a:rPr>
              <a:t>python web/server.py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91363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Loads the model, starts Flask on port 5051,
fetches today's games &amp; odds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065775"/>
            <a:ext cx="11338560" cy="11155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2920" y="5413247"/>
            <a:ext cx="457200" cy="457200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157215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Open in browser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5230367"/>
            <a:ext cx="4389120" cy="457200"/>
          </a:xfrm>
          <a:prstGeom prst="rect">
            <a:avLst/>
          </a:prstGeom>
          <a:solidFill>
            <a:srgbClr val="080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526694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http://localhost:5051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175503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Live games panel auto-refreshes every 60s.
Click 'Refresh Lines' to force new odds fetch.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355080"/>
            <a:ext cx="1133856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🔧  Having issues? See:  BBALLGOD3.0 FAQ ISSUES/TROUBLESHOOTING.md  — covers every known problem with step-by-step fixes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